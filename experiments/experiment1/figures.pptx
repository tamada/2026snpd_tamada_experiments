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>
      <p:cViewPr varScale="1">
        <p:scale>
          <a:sx n="116" d="100"/>
          <a:sy n="116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22BA1-3E25-6AC2-75A5-F21189A3B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29B194-7790-68C7-4620-F0D289E0E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457E8B-5E06-0CC9-E577-F7F2008C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6D17F-7669-557E-D2B7-0FB5D931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A684F0-AEB5-9A4F-A745-551E81F5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64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3F92E-3823-1BE2-3A91-80D37529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7B1DA0-56F1-658E-1700-423FEE63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16813-5D99-1A26-5784-3EDAED9D8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A85C84-B947-A5A6-A859-5FC4A16D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12BAE2-B16D-2583-CD3A-09B9BE48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2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962C6B-CF21-4E20-6386-68F7E3A9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D63868-4C48-406E-FB0C-A42111D16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AA2296-18A1-910F-4CD1-5326B5F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246290-1B7D-2BC1-304B-6C4B4E9A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938AD9-F387-F876-FFF3-0FCA35ED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24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624CBF-43FE-8504-9FE1-4046EEB3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C4DC33-E45B-54A2-F814-61933291A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9D3FE3-2357-444D-1F6C-6A54E56A5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615276-5261-E639-F6AC-13099BA7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9C985F-4AB2-DE0B-6537-C171B032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A86A33-5CED-D979-DB96-6510321F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07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806F7-D544-6FF6-73DC-DFAF4F58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25BC73-C561-16D3-C986-D96ACFD0B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746338-F695-1D70-5841-64B05B529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58A7DC-A0F5-4468-81EF-3456AC2CD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EA2125-D4C9-5335-697C-1BF8A1FC0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0BF8B8-2C23-A054-995F-04C06D02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7F3B71A-002F-5927-A995-48DC999F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8D77429-7BDE-C3F6-FC60-D83D287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168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51D831-1246-660E-3EDC-D8174337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937B06-BB1B-E7B5-D184-BD957D4E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2F3710-28C2-285C-ECA9-D4CA417E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48738F-5353-40F0-5DDF-1C81FB56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94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65FAA9C-09D2-BC09-4FB0-26ED0EDD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960ABA-5A1A-5F49-0C4D-A8E04E99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9B0DF5-385D-18C5-42D6-2B99A60A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037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DE4D6-EE45-FA86-AAC5-E41FBDDC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EB75BF-AD9C-69CA-08F5-8651D9498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AE7255-9B5C-B3BB-9877-12724DCF2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B0192A-1960-EC69-7B20-7F2062B5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B16D9A-849E-A51B-1867-9E1943474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3952A2-D3C5-F300-A3DA-B12541D9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07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C6BE1-0BD6-A000-BBB2-1F0B4DB5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D098D41-AF84-6B8A-7783-38312A021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4391D-103B-16B0-B1F6-2FF4B3A21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A1F98B-38F1-13FB-6330-624246A3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777252-CF13-A142-B3C4-0FFCE25A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6A0274-BBC3-790E-12E2-B1B2FEC2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454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CC548C-04E2-9646-F865-02B0254C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9AA242-447F-CB8E-2ECE-B99B21CEE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A394F5-38D0-8345-6883-64E7B49C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93C419-79D9-8F9D-6508-DB63BF78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41DD44-6C15-0AC7-9F6A-9BE43306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50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E42A04-90FA-70E6-3F2A-44A5AE0E6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86332D-D0DA-13D4-6F6F-6DC039EBC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E9F936-A806-11C9-A832-9B280120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AD2BE2-2004-783A-92B8-4E75192A2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EE0630-DE87-F328-564A-168E916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1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3C1149-894A-30AF-767B-8ED7AC71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9C2C7D-C772-56EE-9223-355CBA1C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F626A3-99F9-8382-3B0D-383C4AB10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97439-9D20-E04E-AA7A-6535DE16DE7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DBE052-C456-887B-6B9A-125864FB8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B3B906-116E-83CA-6305-F7214DEA1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FA064-A635-2F4C-AF62-A46B100F81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8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28593E76-AB06-2168-C327-A291AD0560DB}"/>
              </a:ext>
            </a:extLst>
          </p:cNvPr>
          <p:cNvGrpSpPr/>
          <p:nvPr/>
        </p:nvGrpSpPr>
        <p:grpSpPr>
          <a:xfrm>
            <a:off x="1565471" y="1388127"/>
            <a:ext cx="2209800" cy="2513030"/>
            <a:chOff x="6364012" y="726476"/>
            <a:chExt cx="2209800" cy="251303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A1C6816-5692-B3A9-BA6A-C855D79D3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4012" y="1029706"/>
              <a:ext cx="2209800" cy="2209800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598CBC8-7843-E7FD-8F25-41A60BB5977D}"/>
                </a:ext>
              </a:extLst>
            </p:cNvPr>
            <p:cNvSpPr txBox="1"/>
            <p:nvPr/>
          </p:nvSpPr>
          <p:spPr>
            <a:xfrm>
              <a:off x="6984645" y="726476"/>
              <a:ext cx="9685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ice index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B3313700-0E47-4D91-7459-B48FB5066AD5}"/>
              </a:ext>
            </a:extLst>
          </p:cNvPr>
          <p:cNvGrpSpPr/>
          <p:nvPr/>
        </p:nvGrpSpPr>
        <p:grpSpPr>
          <a:xfrm>
            <a:off x="4000801" y="1399144"/>
            <a:ext cx="2209800" cy="2502013"/>
            <a:chOff x="6364012" y="3585265"/>
            <a:chExt cx="2209800" cy="2502013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4B00F60-F022-4913-FF94-3198C2A3E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4012" y="3877478"/>
              <a:ext cx="2209800" cy="2209800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C73FF46-B2D4-03EC-2552-CC0E96A4ABEB}"/>
                </a:ext>
              </a:extLst>
            </p:cNvPr>
            <p:cNvSpPr txBox="1"/>
            <p:nvPr/>
          </p:nvSpPr>
          <p:spPr>
            <a:xfrm>
              <a:off x="6884457" y="3585265"/>
              <a:ext cx="1168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accard index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A501AA7-0F81-1D71-4F08-D650C4446ABB}"/>
              </a:ext>
            </a:extLst>
          </p:cNvPr>
          <p:cNvGrpSpPr/>
          <p:nvPr/>
        </p:nvGrpSpPr>
        <p:grpSpPr>
          <a:xfrm>
            <a:off x="6436131" y="1399144"/>
            <a:ext cx="2209800" cy="2502013"/>
            <a:chOff x="9239284" y="3585265"/>
            <a:chExt cx="2209800" cy="2502013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89E8E682-7551-CDE5-2069-C1E0D630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9284" y="3877478"/>
              <a:ext cx="2209800" cy="220980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C44AF8B-E2F1-B681-3361-02FDA1CCE614}"/>
                </a:ext>
              </a:extLst>
            </p:cNvPr>
            <p:cNvSpPr txBox="1"/>
            <p:nvPr/>
          </p:nvSpPr>
          <p:spPr>
            <a:xfrm>
              <a:off x="9715646" y="3585265"/>
              <a:ext cx="12570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impson index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95E6DA08-D642-AE5C-C105-7B47BCC5F183}"/>
              </a:ext>
            </a:extLst>
          </p:cNvPr>
          <p:cNvGrpSpPr/>
          <p:nvPr/>
        </p:nvGrpSpPr>
        <p:grpSpPr>
          <a:xfrm>
            <a:off x="1565471" y="4061732"/>
            <a:ext cx="2209800" cy="2513030"/>
            <a:chOff x="3275440" y="726476"/>
            <a:chExt cx="2209800" cy="251303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E35CBC9-D210-E981-DD37-9A40A8D07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75440" y="1029706"/>
              <a:ext cx="2209800" cy="2209800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6BEAB9E-37A9-A060-B78A-0DA982A08EF0}"/>
                </a:ext>
              </a:extLst>
            </p:cNvPr>
            <p:cNvSpPr txBox="1"/>
            <p:nvPr/>
          </p:nvSpPr>
          <p:spPr>
            <a:xfrm>
              <a:off x="4037939" y="726476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osine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5FDCAF30-CD82-0CFC-7231-50E79A99981D}"/>
              </a:ext>
            </a:extLst>
          </p:cNvPr>
          <p:cNvGrpSpPr/>
          <p:nvPr/>
        </p:nvGrpSpPr>
        <p:grpSpPr>
          <a:xfrm>
            <a:off x="4000801" y="4061732"/>
            <a:ext cx="2209800" cy="2502013"/>
            <a:chOff x="3275440" y="3585265"/>
            <a:chExt cx="2209800" cy="2502013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A4FA6A82-BFEA-047E-0350-1DD84F728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75440" y="3877478"/>
              <a:ext cx="2209800" cy="22098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E5E31947-E78F-7EB7-D457-43A0F3F2DCA5}"/>
                </a:ext>
              </a:extLst>
            </p:cNvPr>
            <p:cNvSpPr txBox="1"/>
            <p:nvPr/>
          </p:nvSpPr>
          <p:spPr>
            <a:xfrm>
              <a:off x="3928934" y="358526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uclidean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9D2DC427-20BD-5999-6974-E7FC3B5EBDDC}"/>
              </a:ext>
            </a:extLst>
          </p:cNvPr>
          <p:cNvGrpSpPr/>
          <p:nvPr/>
        </p:nvGrpSpPr>
        <p:grpSpPr>
          <a:xfrm>
            <a:off x="9282529" y="1388127"/>
            <a:ext cx="2209800" cy="2513030"/>
            <a:chOff x="341524" y="726476"/>
            <a:chExt cx="2209800" cy="2513030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17F07FEA-60A7-0324-4747-44875400A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1524" y="1029706"/>
              <a:ext cx="2209800" cy="2209800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09A88F9-8F6E-DC3F-9C9C-4F981A15B80B}"/>
                </a:ext>
              </a:extLst>
            </p:cNvPr>
            <p:cNvSpPr txBox="1"/>
            <p:nvPr/>
          </p:nvSpPr>
          <p:spPr>
            <a:xfrm>
              <a:off x="1189783" y="726476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LCS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3E334F60-D8F1-DA64-C959-72263F1BCD67}"/>
              </a:ext>
            </a:extLst>
          </p:cNvPr>
          <p:cNvGrpSpPr/>
          <p:nvPr/>
        </p:nvGrpSpPr>
        <p:grpSpPr>
          <a:xfrm>
            <a:off x="9282529" y="4065424"/>
            <a:ext cx="2209800" cy="2513030"/>
            <a:chOff x="9239284" y="726476"/>
            <a:chExt cx="2209800" cy="2513030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1EFC696E-0DD6-F928-F3DD-D8E275F42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39284" y="1029706"/>
              <a:ext cx="2209800" cy="2209800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E15A12D-F635-88D8-2235-95647C25ED92}"/>
                </a:ext>
              </a:extLst>
            </p:cNvPr>
            <p:cNvSpPr txBox="1"/>
            <p:nvPr/>
          </p:nvSpPr>
          <p:spPr>
            <a:xfrm>
              <a:off x="9812628" y="726476"/>
              <a:ext cx="1063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kumimoji="1" lang="en-US" altLang="ja-JP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evenshtein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1954D319-F803-035A-9C2F-F0B0541DA5C1}"/>
              </a:ext>
            </a:extLst>
          </p:cNvPr>
          <p:cNvGrpSpPr/>
          <p:nvPr/>
        </p:nvGrpSpPr>
        <p:grpSpPr>
          <a:xfrm>
            <a:off x="6436131" y="4061732"/>
            <a:ext cx="2209800" cy="2502013"/>
            <a:chOff x="341524" y="3585265"/>
            <a:chExt cx="2209800" cy="2502013"/>
          </a:xfrm>
        </p:grpSpPr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2A77BFAD-5B14-889C-3338-0CC93AE0E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1524" y="3877478"/>
              <a:ext cx="2209800" cy="2209800"/>
            </a:xfrm>
            <a:prstGeom prst="rect">
              <a:avLst/>
            </a:prstGeom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D288EFB-D65B-E866-04BB-A9E4BDDA5F8C}"/>
                </a:ext>
              </a:extLst>
            </p:cNvPr>
            <p:cNvSpPr txBox="1"/>
            <p:nvPr/>
          </p:nvSpPr>
          <p:spPr>
            <a:xfrm>
              <a:off x="719270" y="3585265"/>
              <a:ext cx="14543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Weighted </a:t>
              </a:r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accard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6B1F94F-2678-12EF-1989-D9C113E8E536}"/>
              </a:ext>
            </a:extLst>
          </p:cNvPr>
          <p:cNvSpPr txBox="1"/>
          <p:nvPr/>
        </p:nvSpPr>
        <p:spPr>
          <a:xfrm>
            <a:off x="8909139" y="3734851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Sequence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7F223A8-6651-94E3-BF13-5EE861B6BC0D}"/>
              </a:ext>
            </a:extLst>
          </p:cNvPr>
          <p:cNvSpPr txBox="1"/>
          <p:nvPr/>
        </p:nvSpPr>
        <p:spPr>
          <a:xfrm rot="16200000">
            <a:off x="381536" y="2645751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Set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9172EED-045B-E880-5ACC-B8A7F7670EE9}"/>
              </a:ext>
            </a:extLst>
          </p:cNvPr>
          <p:cNvSpPr txBox="1"/>
          <p:nvPr/>
        </p:nvSpPr>
        <p:spPr>
          <a:xfrm rot="16200000">
            <a:off x="117040" y="5304957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Frequency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1CCED90-F6F4-9B7E-C6D4-0C79F5841023}"/>
              </a:ext>
            </a:extLst>
          </p:cNvPr>
          <p:cNvSpPr txBox="1"/>
          <p:nvPr/>
        </p:nvSpPr>
        <p:spPr>
          <a:xfrm>
            <a:off x="-1358084" y="1228397"/>
            <a:ext cx="178606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 (clang)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 (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bzip2go (go)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bzip2go (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tinygo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(sys, debug)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(sys, release)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(pure, debug)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(pure, release)</a:t>
            </a:r>
          </a:p>
          <a:p>
            <a:endParaRPr kumimoji="1"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(clang)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actorize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(go)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actorize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tinygo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(rust)</a:t>
            </a:r>
          </a:p>
          <a:p>
            <a:endParaRPr kumimoji="1"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(clang)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(go)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tinygo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(rust)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D6E5DC1-11F3-A716-881C-05F417821C05}"/>
              </a:ext>
            </a:extLst>
          </p:cNvPr>
          <p:cNvGrpSpPr/>
          <p:nvPr/>
        </p:nvGrpSpPr>
        <p:grpSpPr>
          <a:xfrm>
            <a:off x="1565471" y="2457163"/>
            <a:ext cx="9926858" cy="956631"/>
            <a:chOff x="458459" y="1532766"/>
            <a:chExt cx="7080460" cy="956631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F2FBB184-DC5D-CB0A-DFC5-72E58435AAEE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1532766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B0BF2949-3EB2-9C75-F13E-358597D17586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2015671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01FE4FAB-0213-CF93-C9BC-7007642D5CA5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2489397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F0309798-5D74-6B7A-D341-98FFC210A6F2}"/>
              </a:ext>
            </a:extLst>
          </p:cNvPr>
          <p:cNvGrpSpPr/>
          <p:nvPr/>
        </p:nvGrpSpPr>
        <p:grpSpPr>
          <a:xfrm>
            <a:off x="1495830" y="5127199"/>
            <a:ext cx="9959409" cy="956631"/>
            <a:chOff x="458459" y="1532766"/>
            <a:chExt cx="7080460" cy="956631"/>
          </a:xfrm>
        </p:grpSpPr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C8830E72-AFA7-0AA3-2124-8D84CA46A856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1532766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D28BBEB6-A3FB-5535-71ED-B3FC1634AB3B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2015671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3C94F9FE-D71B-9DA3-5CD7-4C5DCDE76ED0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2489397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906B235-7308-D845-EB07-7219BFF8982B}"/>
              </a:ext>
            </a:extLst>
          </p:cNvPr>
          <p:cNvSpPr txBox="1"/>
          <p:nvPr/>
        </p:nvSpPr>
        <p:spPr>
          <a:xfrm>
            <a:off x="1107012" y="1927665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86DBBD54-FA18-E907-4DEF-F36990BC72FB}"/>
              </a:ext>
            </a:extLst>
          </p:cNvPr>
          <p:cNvSpPr txBox="1"/>
          <p:nvPr/>
        </p:nvSpPr>
        <p:spPr>
          <a:xfrm>
            <a:off x="1107012" y="2542542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76EBA43-7BA5-8CFA-A01C-CCE166A0FA5E}"/>
              </a:ext>
            </a:extLst>
          </p:cNvPr>
          <p:cNvSpPr txBox="1"/>
          <p:nvPr/>
        </p:nvSpPr>
        <p:spPr>
          <a:xfrm>
            <a:off x="1106017" y="2992799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EA0434E-F46C-2663-46DA-0457D53A08CE}"/>
              </a:ext>
            </a:extLst>
          </p:cNvPr>
          <p:cNvSpPr txBox="1"/>
          <p:nvPr/>
        </p:nvSpPr>
        <p:spPr>
          <a:xfrm>
            <a:off x="1106017" y="3499699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2F6DA72-A70D-9EA4-60FE-D7C8AA037523}"/>
              </a:ext>
            </a:extLst>
          </p:cNvPr>
          <p:cNvSpPr txBox="1"/>
          <p:nvPr/>
        </p:nvSpPr>
        <p:spPr>
          <a:xfrm>
            <a:off x="1123632" y="459618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4F989F3-F014-A9C9-265E-E77303F5BF9D}"/>
              </a:ext>
            </a:extLst>
          </p:cNvPr>
          <p:cNvSpPr txBox="1"/>
          <p:nvPr/>
        </p:nvSpPr>
        <p:spPr>
          <a:xfrm>
            <a:off x="1123632" y="521106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0746EE0-7303-F146-8DF2-CCA2071EFBD4}"/>
              </a:ext>
            </a:extLst>
          </p:cNvPr>
          <p:cNvSpPr txBox="1"/>
          <p:nvPr/>
        </p:nvSpPr>
        <p:spPr>
          <a:xfrm>
            <a:off x="1122637" y="566131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D60268E-79F0-CF99-5EB2-60D46BFBB68E}"/>
              </a:ext>
            </a:extLst>
          </p:cNvPr>
          <p:cNvSpPr txBox="1"/>
          <p:nvPr/>
        </p:nvSpPr>
        <p:spPr>
          <a:xfrm>
            <a:off x="1122637" y="6168218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角丸四角形 58">
            <a:extLst>
              <a:ext uri="{FF2B5EF4-FFF2-40B4-BE49-F238E27FC236}">
                <a16:creationId xmlns:a16="http://schemas.microsoft.com/office/drawing/2014/main" id="{70B539F0-35B6-0135-B07A-35706448FAC2}"/>
              </a:ext>
            </a:extLst>
          </p:cNvPr>
          <p:cNvSpPr/>
          <p:nvPr/>
        </p:nvSpPr>
        <p:spPr>
          <a:xfrm>
            <a:off x="8890819" y="1377727"/>
            <a:ext cx="2789950" cy="5266797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角丸四角形 59">
            <a:extLst>
              <a:ext uri="{FF2B5EF4-FFF2-40B4-BE49-F238E27FC236}">
                <a16:creationId xmlns:a16="http://schemas.microsoft.com/office/drawing/2014/main" id="{42DAC874-3EE4-EDDE-917E-F19B5B032BDD}"/>
              </a:ext>
            </a:extLst>
          </p:cNvPr>
          <p:cNvSpPr/>
          <p:nvPr/>
        </p:nvSpPr>
        <p:spPr>
          <a:xfrm>
            <a:off x="645967" y="1377728"/>
            <a:ext cx="8150280" cy="2592000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角丸四角形 60">
            <a:extLst>
              <a:ext uri="{FF2B5EF4-FFF2-40B4-BE49-F238E27FC236}">
                <a16:creationId xmlns:a16="http://schemas.microsoft.com/office/drawing/2014/main" id="{7C1467A2-8179-BF2A-CD42-F22038FFDB52}"/>
              </a:ext>
            </a:extLst>
          </p:cNvPr>
          <p:cNvSpPr/>
          <p:nvPr/>
        </p:nvSpPr>
        <p:spPr>
          <a:xfrm>
            <a:off x="649745" y="4052525"/>
            <a:ext cx="8150280" cy="2592000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6DC5E64-EC45-4DA8-3ADB-F8860F56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Hungarian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789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7873-347B-E911-BA83-515FCED3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9D0AAD2A-4005-52AC-DE3B-1F215B593BEE}"/>
              </a:ext>
            </a:extLst>
          </p:cNvPr>
          <p:cNvGrpSpPr/>
          <p:nvPr/>
        </p:nvGrpSpPr>
        <p:grpSpPr>
          <a:xfrm>
            <a:off x="1565471" y="66103"/>
            <a:ext cx="2209800" cy="2513030"/>
            <a:chOff x="6364012" y="726476"/>
            <a:chExt cx="2209800" cy="251303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49CBAA0-0A75-B4A3-A61A-6810088CD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4012" y="1029706"/>
              <a:ext cx="2209800" cy="2209800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C687944E-FC6B-D450-6D71-6C738C584E70}"/>
                </a:ext>
              </a:extLst>
            </p:cNvPr>
            <p:cNvSpPr txBox="1"/>
            <p:nvPr/>
          </p:nvSpPr>
          <p:spPr>
            <a:xfrm>
              <a:off x="6984645" y="726476"/>
              <a:ext cx="9685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ice index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66AC8B2-0032-D1F4-3EE9-3D518472DF3F}"/>
              </a:ext>
            </a:extLst>
          </p:cNvPr>
          <p:cNvGrpSpPr/>
          <p:nvPr/>
        </p:nvGrpSpPr>
        <p:grpSpPr>
          <a:xfrm>
            <a:off x="4000801" y="77120"/>
            <a:ext cx="2209800" cy="2502013"/>
            <a:chOff x="6364012" y="3585265"/>
            <a:chExt cx="2209800" cy="2502013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A453D19D-1D8E-C07F-25DA-E503832E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4012" y="3877478"/>
              <a:ext cx="2209800" cy="2209800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315A95D-DE9C-9D09-9719-5703AE9D4E86}"/>
                </a:ext>
              </a:extLst>
            </p:cNvPr>
            <p:cNvSpPr txBox="1"/>
            <p:nvPr/>
          </p:nvSpPr>
          <p:spPr>
            <a:xfrm>
              <a:off x="6884457" y="3585265"/>
              <a:ext cx="1168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accard index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3D18EC1-C9AD-548E-A172-91E86D388E42}"/>
              </a:ext>
            </a:extLst>
          </p:cNvPr>
          <p:cNvGrpSpPr/>
          <p:nvPr/>
        </p:nvGrpSpPr>
        <p:grpSpPr>
          <a:xfrm>
            <a:off x="6436131" y="77120"/>
            <a:ext cx="2209800" cy="2502013"/>
            <a:chOff x="9239284" y="3585265"/>
            <a:chExt cx="2209800" cy="2502013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F035E5CF-93F0-03AB-C39F-991DE29B7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9284" y="3877478"/>
              <a:ext cx="2209800" cy="220980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37BDB81-326B-5514-440C-9264BC77A65A}"/>
                </a:ext>
              </a:extLst>
            </p:cNvPr>
            <p:cNvSpPr txBox="1"/>
            <p:nvPr/>
          </p:nvSpPr>
          <p:spPr>
            <a:xfrm>
              <a:off x="9715646" y="3585265"/>
              <a:ext cx="12570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impson index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BECA9143-EC88-C133-6F51-AD4F15117BA0}"/>
              </a:ext>
            </a:extLst>
          </p:cNvPr>
          <p:cNvGrpSpPr/>
          <p:nvPr/>
        </p:nvGrpSpPr>
        <p:grpSpPr>
          <a:xfrm>
            <a:off x="1565471" y="2739708"/>
            <a:ext cx="2209800" cy="2513030"/>
            <a:chOff x="3275440" y="726476"/>
            <a:chExt cx="2209800" cy="251303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62046D43-1B49-095F-7CC7-0F9D3BF95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75440" y="1029706"/>
              <a:ext cx="2209800" cy="2209800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E868BB79-4BC2-7765-A46A-944B2B9AA687}"/>
                </a:ext>
              </a:extLst>
            </p:cNvPr>
            <p:cNvSpPr txBox="1"/>
            <p:nvPr/>
          </p:nvSpPr>
          <p:spPr>
            <a:xfrm>
              <a:off x="4037939" y="726476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osine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A2C565B-5306-250A-9249-ED71933F924D}"/>
              </a:ext>
            </a:extLst>
          </p:cNvPr>
          <p:cNvGrpSpPr/>
          <p:nvPr/>
        </p:nvGrpSpPr>
        <p:grpSpPr>
          <a:xfrm>
            <a:off x="4000801" y="2739708"/>
            <a:ext cx="2209800" cy="2502013"/>
            <a:chOff x="3275440" y="3585265"/>
            <a:chExt cx="2209800" cy="2502013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441A17CC-A640-5C67-1F23-708E0681C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75440" y="3877478"/>
              <a:ext cx="2209800" cy="22098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3D54D54-0EA8-A2A2-DE4C-3C3465FED3E7}"/>
                </a:ext>
              </a:extLst>
            </p:cNvPr>
            <p:cNvSpPr txBox="1"/>
            <p:nvPr/>
          </p:nvSpPr>
          <p:spPr>
            <a:xfrm>
              <a:off x="3928934" y="358526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uclidean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DC82535-331B-304D-F8BE-9C0CB2E27ACE}"/>
              </a:ext>
            </a:extLst>
          </p:cNvPr>
          <p:cNvGrpSpPr/>
          <p:nvPr/>
        </p:nvGrpSpPr>
        <p:grpSpPr>
          <a:xfrm>
            <a:off x="1565471" y="5388009"/>
            <a:ext cx="2209800" cy="2513030"/>
            <a:chOff x="341524" y="726476"/>
            <a:chExt cx="2209800" cy="2513030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DBD52F2D-97DA-661F-4FE8-19889ABE9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1524" y="1029706"/>
              <a:ext cx="2209800" cy="2209800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1B262E0-98B8-C03A-B0E5-D96EEE02F900}"/>
                </a:ext>
              </a:extLst>
            </p:cNvPr>
            <p:cNvSpPr txBox="1"/>
            <p:nvPr/>
          </p:nvSpPr>
          <p:spPr>
            <a:xfrm>
              <a:off x="1189783" y="726476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LCS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35ECCC2-BA30-E5CA-960E-AE6CC0E96D57}"/>
              </a:ext>
            </a:extLst>
          </p:cNvPr>
          <p:cNvGrpSpPr/>
          <p:nvPr/>
        </p:nvGrpSpPr>
        <p:grpSpPr>
          <a:xfrm>
            <a:off x="4000800" y="5388009"/>
            <a:ext cx="2209800" cy="2513030"/>
            <a:chOff x="9239284" y="726476"/>
            <a:chExt cx="2209800" cy="2513030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64544431-3C66-0E0C-4A38-D81253BCB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39284" y="1029706"/>
              <a:ext cx="2209800" cy="2209800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C778A19-6F0C-69A4-9EF0-02584466823E}"/>
                </a:ext>
              </a:extLst>
            </p:cNvPr>
            <p:cNvSpPr txBox="1"/>
            <p:nvPr/>
          </p:nvSpPr>
          <p:spPr>
            <a:xfrm>
              <a:off x="9812628" y="726476"/>
              <a:ext cx="1063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kumimoji="1" lang="en-US" altLang="ja-JP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evenshtein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7A57ECBF-B2AE-275C-1093-B275E36AFC74}"/>
              </a:ext>
            </a:extLst>
          </p:cNvPr>
          <p:cNvGrpSpPr/>
          <p:nvPr/>
        </p:nvGrpSpPr>
        <p:grpSpPr>
          <a:xfrm>
            <a:off x="6436131" y="2739708"/>
            <a:ext cx="2209800" cy="2502013"/>
            <a:chOff x="341524" y="3585265"/>
            <a:chExt cx="2209800" cy="2502013"/>
          </a:xfrm>
        </p:grpSpPr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FA43397A-2E55-EAD0-90A3-D9CDAE556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1524" y="3877478"/>
              <a:ext cx="2209800" cy="2209800"/>
            </a:xfrm>
            <a:prstGeom prst="rect">
              <a:avLst/>
            </a:prstGeom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16504CF-8BC7-784F-CFD8-E37AF3ACEEF2}"/>
                </a:ext>
              </a:extLst>
            </p:cNvPr>
            <p:cNvSpPr txBox="1"/>
            <p:nvPr/>
          </p:nvSpPr>
          <p:spPr>
            <a:xfrm>
              <a:off x="719270" y="3585265"/>
              <a:ext cx="14543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Weighted </a:t>
              </a:r>
              <a:r>
                <a:rPr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accard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D6D7062-C04E-DBBF-6A2C-C0C6A3B78254}"/>
              </a:ext>
            </a:extLst>
          </p:cNvPr>
          <p:cNvSpPr txBox="1"/>
          <p:nvPr/>
        </p:nvSpPr>
        <p:spPr>
          <a:xfrm rot="16200000">
            <a:off x="151502" y="6704111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Sequence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B0C4B98-BCC6-9927-88D5-4E85896D0827}"/>
              </a:ext>
            </a:extLst>
          </p:cNvPr>
          <p:cNvSpPr txBox="1"/>
          <p:nvPr/>
        </p:nvSpPr>
        <p:spPr>
          <a:xfrm rot="16200000">
            <a:off x="381536" y="132372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Set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F3613ED-58F3-5046-8D3F-578E80396D9A}"/>
              </a:ext>
            </a:extLst>
          </p:cNvPr>
          <p:cNvSpPr txBox="1"/>
          <p:nvPr/>
        </p:nvSpPr>
        <p:spPr>
          <a:xfrm rot="16200000">
            <a:off x="117040" y="3982933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Frequency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981027A-F03F-BC08-B01B-A267AD6185FE}"/>
              </a:ext>
            </a:extLst>
          </p:cNvPr>
          <p:cNvSpPr txBox="1"/>
          <p:nvPr/>
        </p:nvSpPr>
        <p:spPr>
          <a:xfrm>
            <a:off x="-1358084" y="1228397"/>
            <a:ext cx="178606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 (clang)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 (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bzip2go (go)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bzip2go (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tinygo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(sys, debug)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(sys, release)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(pure, debug)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bzip2rs (pure, release)</a:t>
            </a:r>
          </a:p>
          <a:p>
            <a:endParaRPr kumimoji="1"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(clang)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actorize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(go)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actorize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tinygo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 (rust)</a:t>
            </a:r>
          </a:p>
          <a:p>
            <a:endParaRPr kumimoji="1"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(clang)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(go)</a:t>
            </a:r>
          </a:p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</a:t>
            </a:r>
            <a:r>
              <a:rPr kumimoji="1"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tinygo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(rust)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DD1516DC-51DF-FDB1-B590-8CAED5931A33}"/>
              </a:ext>
            </a:extLst>
          </p:cNvPr>
          <p:cNvGrpSpPr/>
          <p:nvPr/>
        </p:nvGrpSpPr>
        <p:grpSpPr>
          <a:xfrm>
            <a:off x="1113779" y="1135139"/>
            <a:ext cx="2209800" cy="956631"/>
            <a:chOff x="458459" y="1532766"/>
            <a:chExt cx="7080460" cy="956631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C48BF6ED-CA60-FC6C-2A0C-9BE4EC0E555D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1532766"/>
              <a:ext cx="3890411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6CF9AF15-D1B5-502C-34C3-347507B49FB7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2015671"/>
              <a:ext cx="543265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1EAD64FB-C039-5560-ECFD-6624B59A6397}"/>
                </a:ext>
              </a:extLst>
            </p:cNvPr>
            <p:cNvCxnSpPr>
              <a:cxnSpLocks/>
            </p:cNvCxnSpPr>
            <p:nvPr/>
          </p:nvCxnSpPr>
          <p:spPr>
            <a:xfrm>
              <a:off x="458459" y="2489397"/>
              <a:ext cx="708046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00DDA0A-A138-7D07-6328-A894370C02C5}"/>
              </a:ext>
            </a:extLst>
          </p:cNvPr>
          <p:cNvSpPr txBox="1"/>
          <p:nvPr/>
        </p:nvSpPr>
        <p:spPr>
          <a:xfrm>
            <a:off x="1107012" y="605641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bzip2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992596-33E1-5627-4A9F-2829F01730C8}"/>
              </a:ext>
            </a:extLst>
          </p:cNvPr>
          <p:cNvSpPr txBox="1"/>
          <p:nvPr/>
        </p:nvSpPr>
        <p:spPr>
          <a:xfrm>
            <a:off x="1107012" y="122051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38BA4CA-930B-7281-EFA1-4DAF81C2F560}"/>
              </a:ext>
            </a:extLst>
          </p:cNvPr>
          <p:cNvSpPr txBox="1"/>
          <p:nvPr/>
        </p:nvSpPr>
        <p:spPr>
          <a:xfrm>
            <a:off x="1106017" y="167077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0DD3054-CDA2-C984-E4B0-4DBB41C2F4AC}"/>
              </a:ext>
            </a:extLst>
          </p:cNvPr>
          <p:cNvSpPr txBox="1"/>
          <p:nvPr/>
        </p:nvSpPr>
        <p:spPr>
          <a:xfrm>
            <a:off x="1106017" y="2177675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</a:t>
            </a:r>
            <a:endParaRPr kumimoji="1" lang="ja-JP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061CBB3-6DD7-F80B-F9B7-C532362D66C5}"/>
              </a:ext>
            </a:extLst>
          </p:cNvPr>
          <p:cNvGrpSpPr/>
          <p:nvPr/>
        </p:nvGrpSpPr>
        <p:grpSpPr>
          <a:xfrm>
            <a:off x="1113780" y="3274160"/>
            <a:ext cx="2209800" cy="1879811"/>
            <a:chOff x="1113780" y="3274160"/>
            <a:chExt cx="2209800" cy="1879811"/>
          </a:xfrm>
        </p:grpSpPr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DACF16EE-46DB-E9E0-6D5D-DD3FB70A3AEE}"/>
                </a:ext>
              </a:extLst>
            </p:cNvPr>
            <p:cNvGrpSpPr/>
            <p:nvPr/>
          </p:nvGrpSpPr>
          <p:grpSpPr>
            <a:xfrm>
              <a:off x="1113780" y="3805175"/>
              <a:ext cx="2209800" cy="967648"/>
              <a:chOff x="458459" y="1532766"/>
              <a:chExt cx="7080460" cy="967648"/>
            </a:xfrm>
          </p:grpSpPr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B652DA2C-FBEA-9131-3277-EC7DA4F01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459" y="1532766"/>
                <a:ext cx="3890408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コネクタ 47">
                <a:extLst>
                  <a:ext uri="{FF2B5EF4-FFF2-40B4-BE49-F238E27FC236}">
                    <a16:creationId xmlns:a16="http://schemas.microsoft.com/office/drawing/2014/main" id="{9F5B688F-72DF-FFD6-CFC4-EF49260D9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459" y="2015671"/>
                <a:ext cx="5432649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48">
                <a:extLst>
                  <a:ext uri="{FF2B5EF4-FFF2-40B4-BE49-F238E27FC236}">
                    <a16:creationId xmlns:a16="http://schemas.microsoft.com/office/drawing/2014/main" id="{CD612692-7FE0-1AED-EBDF-69D17D8D3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459" y="2500414"/>
                <a:ext cx="7080460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79B06275-DE58-B2E0-0FCA-4C61BC015058}"/>
                </a:ext>
              </a:extLst>
            </p:cNvPr>
            <p:cNvSpPr txBox="1"/>
            <p:nvPr/>
          </p:nvSpPr>
          <p:spPr>
            <a:xfrm>
              <a:off x="1123632" y="3274160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bzip2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1C465C91-04AD-A56E-8E62-EBD4C9E1D052}"/>
                </a:ext>
              </a:extLst>
            </p:cNvPr>
            <p:cNvSpPr txBox="1"/>
            <p:nvPr/>
          </p:nvSpPr>
          <p:spPr>
            <a:xfrm>
              <a:off x="1123632" y="3889037"/>
              <a:ext cx="813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factorize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D8A5ADDB-726C-CC36-E77F-DBF350573416}"/>
                </a:ext>
              </a:extLst>
            </p:cNvPr>
            <p:cNvSpPr txBox="1"/>
            <p:nvPr/>
          </p:nvSpPr>
          <p:spPr>
            <a:xfrm>
              <a:off x="1122637" y="4339294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md5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F468D4EE-9D4F-4DDC-EECB-67AD380A9F2D}"/>
                </a:ext>
              </a:extLst>
            </p:cNvPr>
            <p:cNvSpPr txBox="1"/>
            <p:nvPr/>
          </p:nvSpPr>
          <p:spPr>
            <a:xfrm>
              <a:off x="1122637" y="4846194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sha256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14D812B-2E35-BB54-9C80-B32A30B8713C}"/>
              </a:ext>
            </a:extLst>
          </p:cNvPr>
          <p:cNvGrpSpPr/>
          <p:nvPr/>
        </p:nvGrpSpPr>
        <p:grpSpPr>
          <a:xfrm>
            <a:off x="1122637" y="5918093"/>
            <a:ext cx="2209800" cy="1879811"/>
            <a:chOff x="1113780" y="3274160"/>
            <a:chExt cx="2209800" cy="1879811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2E37C610-1596-0833-8E60-7618E18FCFD7}"/>
                </a:ext>
              </a:extLst>
            </p:cNvPr>
            <p:cNvGrpSpPr/>
            <p:nvPr/>
          </p:nvGrpSpPr>
          <p:grpSpPr>
            <a:xfrm>
              <a:off x="1113780" y="3805175"/>
              <a:ext cx="2209800" cy="967648"/>
              <a:chOff x="458459" y="1532766"/>
              <a:chExt cx="7080460" cy="967648"/>
            </a:xfrm>
          </p:grpSpPr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A57DAA36-6C7D-9316-0E78-C0010512A8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459" y="1532766"/>
                <a:ext cx="3890408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コネクタ 49">
                <a:extLst>
                  <a:ext uri="{FF2B5EF4-FFF2-40B4-BE49-F238E27FC236}">
                    <a16:creationId xmlns:a16="http://schemas.microsoft.com/office/drawing/2014/main" id="{550867B9-0CEE-D198-CB0A-718F68779C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459" y="2015671"/>
                <a:ext cx="5432649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93B2D3D5-4113-F483-0667-E288C77A5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459" y="2500414"/>
                <a:ext cx="7080460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2F494001-FFA2-06AF-B583-2CF43D56CBE6}"/>
                </a:ext>
              </a:extLst>
            </p:cNvPr>
            <p:cNvSpPr txBox="1"/>
            <p:nvPr/>
          </p:nvSpPr>
          <p:spPr>
            <a:xfrm>
              <a:off x="1123632" y="3274160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bzip2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89927008-F35D-E9E2-99B5-517D43C6B6CD}"/>
                </a:ext>
              </a:extLst>
            </p:cNvPr>
            <p:cNvSpPr txBox="1"/>
            <p:nvPr/>
          </p:nvSpPr>
          <p:spPr>
            <a:xfrm>
              <a:off x="1123632" y="3889037"/>
              <a:ext cx="813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factorize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88A0413-ADD1-F1C7-ABF3-3ABD683F2A30}"/>
                </a:ext>
              </a:extLst>
            </p:cNvPr>
            <p:cNvSpPr txBox="1"/>
            <p:nvPr/>
          </p:nvSpPr>
          <p:spPr>
            <a:xfrm>
              <a:off x="1122637" y="4339294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md5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44E86D90-991D-B75D-0663-74FFAF6C0705}"/>
                </a:ext>
              </a:extLst>
            </p:cNvPr>
            <p:cNvSpPr txBox="1"/>
            <p:nvPr/>
          </p:nvSpPr>
          <p:spPr>
            <a:xfrm>
              <a:off x="1122637" y="4846194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sha256</a:t>
              </a:r>
              <a:endParaRPr kumimoji="1" lang="ja-JP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672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217</Words>
  <Application>Microsoft Macintosh PowerPoint</Application>
  <PresentationFormat>ワイド画面</PresentationFormat>
  <Paragraphs>83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Meiryo</vt:lpstr>
      <vt:lpstr>游ゴシック</vt:lpstr>
      <vt:lpstr>游ゴシック Light</vt:lpstr>
      <vt:lpstr>Arial</vt:lpstr>
      <vt:lpstr>Times New Roman</vt:lpstr>
      <vt:lpstr>Office テーマ</vt:lpstr>
      <vt:lpstr>Hungarian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TAMADA HARUAKI</dc:creator>
  <cp:lastModifiedBy>TAMADA HARUAKI</cp:lastModifiedBy>
  <cp:revision>11</cp:revision>
  <dcterms:created xsi:type="dcterms:W3CDTF">2026-03-28T06:35:08Z</dcterms:created>
  <dcterms:modified xsi:type="dcterms:W3CDTF">2026-03-30T00:55:33Z</dcterms:modified>
</cp:coreProperties>
</file>